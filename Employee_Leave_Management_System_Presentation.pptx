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375A"/>
                </a:solidFill>
              </a:defRPr>
            </a:pPr>
            <a:r>
              <a:t>Employee Leave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600"/>
              </a:spcAft>
              <a:defRPr sz="2500">
                <a:solidFill>
                  <a:srgbClr val="374151"/>
                </a:solidFill>
              </a:defRPr>
            </a:pPr>
            <a:r>
              <a:t>MySQL Capstone Project</a:t>
            </a:r>
          </a:p>
          <a:p>
            <a:pPr algn="ctr">
              <a:spcAft>
                <a:spcPts val="1600"/>
              </a:spcAft>
              <a:defRPr sz="2000">
                <a:solidFill>
                  <a:srgbClr val="374151"/>
                </a:solidFill>
              </a:defRPr>
            </a:pPr>
            <a:r>
              <a:t>Team Members: R.G. Prabhas | P. Syam Sundar | Vasu Dev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Employee Leave Management System | MySQL Capstone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5A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374151"/>
                </a:solidFill>
              </a:defRPr>
            </a:pPr>
            <a:r>
              <a:t>• A centralized MySQL database for managing employee leave information.</a:t>
            </a:r>
          </a:p>
          <a:p>
            <a:pPr>
              <a:spcAft>
                <a:spcPts val="1400"/>
              </a:spcAft>
              <a:defRPr sz="2100">
                <a:solidFill>
                  <a:srgbClr val="374151"/>
                </a:solidFill>
              </a:defRPr>
            </a:pPr>
            <a:r>
              <a:t>• Stores employees, departments, managers, leave types and leave requests.</a:t>
            </a:r>
          </a:p>
          <a:p>
            <a:pPr>
              <a:spcAft>
                <a:spcPts val="1400"/>
              </a:spcAft>
              <a:defRPr sz="2100">
                <a:solidFill>
                  <a:srgbClr val="374151"/>
                </a:solidFill>
              </a:defRPr>
            </a:pPr>
            <a:r>
              <a:t>• Supports leave tracking, approval monitoring and analytical reporting.</a:t>
            </a:r>
          </a:p>
          <a:p>
            <a:pPr>
              <a:spcAft>
                <a:spcPts val="1400"/>
              </a:spcAft>
              <a:defRPr sz="2100">
                <a:solidFill>
                  <a:srgbClr val="374151"/>
                </a:solidFill>
              </a:defRPr>
            </a:pPr>
            <a:r>
              <a:t>• Uses relational database concepts and practical SQL queries.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Employee Leave Management System | MySQL Capstone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5A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374151"/>
                </a:solidFill>
              </a:defRPr>
            </a:pPr>
            <a:r>
              <a:t>• Organizations need a centralized way to manage employee leave requests.</a:t>
            </a:r>
          </a:p>
          <a:p>
            <a:pPr>
              <a:spcAft>
                <a:spcPts val="1400"/>
              </a:spcAft>
              <a:defRPr sz="2100">
                <a:solidFill>
                  <a:srgbClr val="374151"/>
                </a:solidFill>
              </a:defRPr>
            </a:pPr>
            <a:r>
              <a:t>• Manual leave tracking can make approvals and reporting difficult.</a:t>
            </a:r>
          </a:p>
          <a:p>
            <a:pPr>
              <a:spcAft>
                <a:spcPts val="1400"/>
              </a:spcAft>
              <a:defRPr sz="2100">
                <a:solidFill>
                  <a:srgbClr val="374151"/>
                </a:solidFill>
              </a:defRPr>
            </a:pPr>
            <a:r>
              <a:t>• The system provides structured storage for leave records.</a:t>
            </a:r>
          </a:p>
          <a:p>
            <a:pPr>
              <a:spcAft>
                <a:spcPts val="1400"/>
              </a:spcAft>
              <a:defRPr sz="2100">
                <a:solidFill>
                  <a:srgbClr val="374151"/>
                </a:solidFill>
              </a:defRPr>
            </a:pPr>
            <a:r>
              <a:t>• HR and managers can quickly retrieve and analyze leave information.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Employee Leave Management System | MySQL Capstone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5A"/>
                </a:solidFill>
              </a:defRPr>
            </a:pPr>
            <a:r>
              <a:t>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374151"/>
                </a:solidFill>
              </a:defRPr>
            </a:pPr>
            <a:r>
              <a:t>• Departments – stores department details.</a:t>
            </a:r>
          </a:p>
          <a:p>
            <a:pPr>
              <a:spcAft>
                <a:spcPts val="1400"/>
              </a:spcAft>
              <a:defRPr sz="2100">
                <a:solidFill>
                  <a:srgbClr val="374151"/>
                </a:solidFill>
              </a:defRPr>
            </a:pPr>
            <a:r>
              <a:t>• Managers – stores manager information.</a:t>
            </a:r>
          </a:p>
          <a:p>
            <a:pPr>
              <a:spcAft>
                <a:spcPts val="1400"/>
              </a:spcAft>
              <a:defRPr sz="2100">
                <a:solidFill>
                  <a:srgbClr val="374151"/>
                </a:solidFill>
              </a:defRPr>
            </a:pPr>
            <a:r>
              <a:t>• Leave_Types – stores different leave categories.</a:t>
            </a:r>
          </a:p>
          <a:p>
            <a:pPr>
              <a:spcAft>
                <a:spcPts val="1400"/>
              </a:spcAft>
              <a:defRPr sz="2100">
                <a:solidFill>
                  <a:srgbClr val="374151"/>
                </a:solidFill>
              </a:defRPr>
            </a:pPr>
            <a:r>
              <a:t>• Employees – stores employee details and department relationship.</a:t>
            </a:r>
          </a:p>
          <a:p>
            <a:pPr>
              <a:spcAft>
                <a:spcPts val="1400"/>
              </a:spcAft>
              <a:defRPr sz="2100">
                <a:solidFill>
                  <a:srgbClr val="374151"/>
                </a:solidFill>
              </a:defRPr>
            </a:pPr>
            <a:r>
              <a:t>• Leave_Requests – stores leave dates, duration, status, reason and relationships.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Employee Leave Management System | MySQL Capstone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5A"/>
                </a:solidFill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374151"/>
                </a:solidFill>
              </a:defRPr>
            </a:pPr>
            <a:r>
              <a:t>• Employee and department management</a:t>
            </a:r>
          </a:p>
          <a:p>
            <a:pPr>
              <a:spcAft>
                <a:spcPts val="1400"/>
              </a:spcAft>
              <a:defRPr sz="2100">
                <a:solidFill>
                  <a:srgbClr val="374151"/>
                </a:solidFill>
              </a:defRPr>
            </a:pPr>
            <a:r>
              <a:t>• Leave type and manager management</a:t>
            </a:r>
          </a:p>
          <a:p>
            <a:pPr>
              <a:spcAft>
                <a:spcPts val="1400"/>
              </a:spcAft>
              <a:defRPr sz="2100">
                <a:solidFill>
                  <a:srgbClr val="374151"/>
                </a:solidFill>
              </a:defRPr>
            </a:pPr>
            <a:r>
              <a:t>• Leave request tracking</a:t>
            </a:r>
          </a:p>
          <a:p>
            <a:pPr>
              <a:spcAft>
                <a:spcPts val="1400"/>
              </a:spcAft>
              <a:defRPr sz="2100">
                <a:solidFill>
                  <a:srgbClr val="374151"/>
                </a:solidFill>
              </a:defRPr>
            </a:pPr>
            <a:r>
              <a:t>• Approved, pending and rejected leave monitoring</a:t>
            </a:r>
          </a:p>
          <a:p>
            <a:pPr>
              <a:spcAft>
                <a:spcPts val="1400"/>
              </a:spcAft>
              <a:defRPr sz="2100">
                <a:solidFill>
                  <a:srgbClr val="374151"/>
                </a:solidFill>
              </a:defRPr>
            </a:pPr>
            <a:r>
              <a:t>• Department-wise and monthly leave analysis</a:t>
            </a:r>
          </a:p>
          <a:p>
            <a:pPr>
              <a:spcAft>
                <a:spcPts val="1400"/>
              </a:spcAft>
              <a:defRPr sz="2100">
                <a:solidFill>
                  <a:srgbClr val="374151"/>
                </a:solidFill>
              </a:defRPr>
            </a:pPr>
            <a:r>
              <a:t>• Employee leave balance calculation</a:t>
            </a:r>
          </a:p>
          <a:p>
            <a:pPr>
              <a:spcAft>
                <a:spcPts val="1400"/>
              </a:spcAft>
              <a:defRPr sz="2100">
                <a:solidFill>
                  <a:srgbClr val="374151"/>
                </a:solidFill>
              </a:defRPr>
            </a:pPr>
            <a:r>
              <a:t>• Approved and pending leave views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Employee Leave Management System | MySQL Capstone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5A"/>
                </a:solidFill>
              </a:defRPr>
            </a:pPr>
            <a:r>
              <a:t>SQL Concepts Implemented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374151"/>
                </a:solidFill>
              </a:defRPr>
            </a:pPr>
            <a:r>
              <a:t>• CRUD operations: INSERT, SELECT, UPDATE and DELETE</a:t>
            </a:r>
          </a:p>
          <a:p>
            <a:pPr>
              <a:spcAft>
                <a:spcPts val="1400"/>
              </a:spcAft>
              <a:defRPr sz="2100">
                <a:solidFill>
                  <a:srgbClr val="374151"/>
                </a:solidFill>
              </a:defRPr>
            </a:pPr>
            <a:r>
              <a:t>• Joins between employees, departments and leave requests</a:t>
            </a:r>
          </a:p>
          <a:p>
            <a:pPr>
              <a:spcAft>
                <a:spcPts val="1400"/>
              </a:spcAft>
              <a:defRPr sz="2100">
                <a:solidFill>
                  <a:srgbClr val="374151"/>
                </a:solidFill>
              </a:defRPr>
            </a:pPr>
            <a:r>
              <a:t>• GROUP BY, HAVING, ORDER BY and aggregate functions</a:t>
            </a:r>
          </a:p>
          <a:p>
            <a:pPr>
              <a:spcAft>
                <a:spcPts val="1400"/>
              </a:spcAft>
              <a:defRPr sz="2100">
                <a:solidFill>
                  <a:srgbClr val="374151"/>
                </a:solidFill>
              </a:defRPr>
            </a:pPr>
            <a:r>
              <a:t>• Subqueries for advanced analysis</a:t>
            </a:r>
          </a:p>
          <a:p>
            <a:pPr>
              <a:spcAft>
                <a:spcPts val="1400"/>
              </a:spcAft>
              <a:defRPr sz="2100">
                <a:solidFill>
                  <a:srgbClr val="374151"/>
                </a:solidFill>
              </a:defRPr>
            </a:pPr>
            <a:r>
              <a:t>• String functions: UPPER, LOWER, LEFT, CONCAT</a:t>
            </a:r>
          </a:p>
          <a:p>
            <a:pPr>
              <a:spcAft>
                <a:spcPts val="1400"/>
              </a:spcAft>
              <a:defRPr sz="2100">
                <a:solidFill>
                  <a:srgbClr val="374151"/>
                </a:solidFill>
              </a:defRPr>
            </a:pPr>
            <a:r>
              <a:t>• Date functions: DATEDIFF, YEAR, MONTHNAME, DATE_SUB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Employee Leave Management System | MySQL Capstone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5A"/>
                </a:solidFill>
              </a:defRPr>
            </a:pPr>
            <a:r>
              <a:t>Queries &amp;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374151"/>
                </a:solidFill>
              </a:defRPr>
            </a:pPr>
            <a:r>
              <a:t>• List all leave requests and display employee names.</a:t>
            </a:r>
          </a:p>
          <a:p>
            <a:pPr>
              <a:spcAft>
                <a:spcPts val="1400"/>
              </a:spcAft>
              <a:defRPr sz="2100">
                <a:solidFill>
                  <a:srgbClr val="374151"/>
                </a:solidFill>
              </a:defRPr>
            </a:pPr>
            <a:r>
              <a:t>• Find approved, pending and rejected requests.</a:t>
            </a:r>
          </a:p>
          <a:p>
            <a:pPr>
              <a:spcAft>
                <a:spcPts val="1400"/>
              </a:spcAft>
              <a:defRPr sz="2100">
                <a:solidFill>
                  <a:srgbClr val="374151"/>
                </a:solidFill>
              </a:defRPr>
            </a:pPr>
            <a:r>
              <a:t>• Find employees currently on approved leave.</a:t>
            </a:r>
          </a:p>
          <a:p>
            <a:pPr>
              <a:spcAft>
                <a:spcPts val="1400"/>
              </a:spcAft>
              <a:defRPr sz="2100">
                <a:solidFill>
                  <a:srgbClr val="374151"/>
                </a:solidFill>
              </a:defRPr>
            </a:pPr>
            <a:r>
              <a:t>• Calculate average leave days by department.</a:t>
            </a:r>
          </a:p>
          <a:p>
            <a:pPr>
              <a:spcAft>
                <a:spcPts val="1400"/>
              </a:spcAft>
              <a:defRPr sz="2100">
                <a:solidFill>
                  <a:srgbClr val="374151"/>
                </a:solidFill>
              </a:defRPr>
            </a:pPr>
            <a:r>
              <a:t>• Find maximum leave days and longest leave.</a:t>
            </a:r>
          </a:p>
          <a:p>
            <a:pPr>
              <a:spcAft>
                <a:spcPts val="1400"/>
              </a:spcAft>
              <a:defRPr sz="2100">
                <a:solidFill>
                  <a:srgbClr val="374151"/>
                </a:solidFill>
              </a:defRPr>
            </a:pPr>
            <a:r>
              <a:t>• Generate monthly leave statistics.</a:t>
            </a:r>
          </a:p>
          <a:p>
            <a:pPr>
              <a:spcAft>
                <a:spcPts val="1400"/>
              </a:spcAft>
              <a:defRPr sz="2100">
                <a:solidFill>
                  <a:srgbClr val="374151"/>
                </a:solidFill>
              </a:defRPr>
            </a:pPr>
            <a:r>
              <a:t>• Identify employees whose leave exceeds department averages.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Employee Leave Management System | MySQL Capstone 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5A"/>
                </a:solidFill>
              </a:defRPr>
            </a:pPr>
            <a:r>
              <a:t>Views &amp; Transactions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374151"/>
                </a:solidFill>
              </a:defRPr>
            </a:pPr>
            <a:r>
              <a:t>• Created View_Approved_Leaves for approved leave reporting.</a:t>
            </a:r>
          </a:p>
          <a:p>
            <a:pPr>
              <a:spcAft>
                <a:spcPts val="1400"/>
              </a:spcAft>
              <a:defRPr sz="2100">
                <a:solidFill>
                  <a:srgbClr val="374151"/>
                </a:solidFill>
              </a:defRPr>
            </a:pPr>
            <a:r>
              <a:t>• Created View_Pending_Leaves for pending leave reporting.</a:t>
            </a:r>
          </a:p>
          <a:p>
            <a:pPr>
              <a:spcAft>
                <a:spcPts val="1400"/>
              </a:spcAft>
              <a:defRPr sz="2100">
                <a:solidFill>
                  <a:srgbClr val="374151"/>
                </a:solidFill>
              </a:defRPr>
            </a:pPr>
            <a:r>
              <a:t>• Transactions are used when updating leave request status.</a:t>
            </a:r>
          </a:p>
          <a:p>
            <a:pPr>
              <a:spcAft>
                <a:spcPts val="1400"/>
              </a:spcAft>
              <a:defRPr sz="2100">
                <a:solidFill>
                  <a:srgbClr val="374151"/>
                </a:solidFill>
              </a:defRPr>
            </a:pPr>
            <a:r>
              <a:t>• START TRANSACTION and COMMIT help maintain controlled updates.</a:t>
            </a:r>
          </a:p>
          <a:p>
            <a:pPr>
              <a:spcAft>
                <a:spcPts val="1400"/>
              </a:spcAft>
              <a:defRPr sz="2100">
                <a:solidFill>
                  <a:srgbClr val="374151"/>
                </a:solidFill>
              </a:defRPr>
            </a:pPr>
            <a:r>
              <a:t>• Example: approving leave request 1002 and updating request 1006.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Employee Leave Management System | MySQL Capstone Project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5A"/>
                </a:solidFill>
              </a:defRPr>
            </a:pPr>
            <a:r>
              <a:t>Team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374151"/>
                </a:solidFill>
              </a:defRPr>
            </a:pPr>
            <a:r>
              <a:t>• R.G. Prabhas – Database design, table creation, relationships and SQL queries.</a:t>
            </a:r>
          </a:p>
          <a:p>
            <a:pPr>
              <a:spcAft>
                <a:spcPts val="1400"/>
              </a:spcAft>
              <a:defRPr sz="2100">
                <a:solidFill>
                  <a:srgbClr val="374151"/>
                </a:solidFill>
              </a:defRPr>
            </a:pPr>
            <a:r>
              <a:t>• P. Syam Sundar – Data insertion, joins, filtering and analytical queries.</a:t>
            </a:r>
          </a:p>
          <a:p>
            <a:pPr>
              <a:spcAft>
                <a:spcPts val="1400"/>
              </a:spcAft>
              <a:defRPr sz="2100">
                <a:solidFill>
                  <a:srgbClr val="374151"/>
                </a:solidFill>
              </a:defRPr>
            </a:pPr>
            <a:r>
              <a:t>• Vasu Dev – Views, transactions, testing and final project documentation.</a:t>
            </a:r>
          </a:p>
          <a:p>
            <a:pPr>
              <a:spcAft>
                <a:spcPts val="1400"/>
              </a:spcAft>
              <a:defRPr sz="2100">
                <a:solidFill>
                  <a:srgbClr val="374151"/>
                </a:solidFill>
              </a:defRPr>
            </a:pPr>
            <a:r>
              <a:t>• Team collaboration – Testing queries and validating project outputs.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Employee Leave Management System | MySQL Capstone 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5A"/>
                </a:solidFill>
              </a:defRPr>
            </a:pPr>
            <a:r>
              <a:t>Sample Database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374151"/>
                </a:solidFill>
              </a:defRPr>
            </a:pPr>
            <a:r>
              <a:t>• Employee → submits leave request</a:t>
            </a:r>
          </a:p>
          <a:p>
            <a:pPr>
              <a:spcAft>
                <a:spcPts val="1400"/>
              </a:spcAft>
              <a:defRPr sz="2100">
                <a:solidFill>
                  <a:srgbClr val="374151"/>
                </a:solidFill>
              </a:defRPr>
            </a:pPr>
            <a:r>
              <a:t>• Leave Request → linked to leave type and manager</a:t>
            </a:r>
          </a:p>
          <a:p>
            <a:pPr>
              <a:spcAft>
                <a:spcPts val="1400"/>
              </a:spcAft>
              <a:defRPr sz="2100">
                <a:solidFill>
                  <a:srgbClr val="374151"/>
                </a:solidFill>
              </a:defRPr>
            </a:pPr>
            <a:r>
              <a:t>• Manager → reviews request</a:t>
            </a:r>
          </a:p>
          <a:p>
            <a:pPr>
              <a:spcAft>
                <a:spcPts val="1400"/>
              </a:spcAft>
              <a:defRPr sz="2100">
                <a:solidFill>
                  <a:srgbClr val="374151"/>
                </a:solidFill>
              </a:defRPr>
            </a:pPr>
            <a:r>
              <a:t>• Request Status → Pending / Approved / Rejected</a:t>
            </a:r>
          </a:p>
          <a:p>
            <a:pPr>
              <a:spcAft>
                <a:spcPts val="1400"/>
              </a:spcAft>
              <a:defRPr sz="2100">
                <a:solidFill>
                  <a:srgbClr val="374151"/>
                </a:solidFill>
              </a:defRPr>
            </a:pPr>
            <a:r>
              <a:t>• Database → stores final status and leave history</a:t>
            </a:r>
          </a:p>
          <a:p>
            <a:pPr>
              <a:spcAft>
                <a:spcPts val="1400"/>
              </a:spcAft>
              <a:defRPr sz="2100">
                <a:solidFill>
                  <a:srgbClr val="374151"/>
                </a:solidFill>
              </a:defRPr>
            </a:pPr>
            <a:r>
              <a:t>• Reports → provide HR and management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Employee Leave Management System | MySQL Capstone Project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5A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374151"/>
                </a:solidFill>
              </a:defRPr>
            </a:pPr>
            <a:r>
              <a:t>• The project demonstrates practical MySQL database development.</a:t>
            </a:r>
          </a:p>
          <a:p>
            <a:pPr>
              <a:spcAft>
                <a:spcPts val="1400"/>
              </a:spcAft>
              <a:defRPr sz="2100">
                <a:solidFill>
                  <a:srgbClr val="374151"/>
                </a:solidFill>
              </a:defRPr>
            </a:pPr>
            <a:r>
              <a:t>• It organizes employee leave information into related tables.</a:t>
            </a:r>
          </a:p>
          <a:p>
            <a:pPr>
              <a:spcAft>
                <a:spcPts val="1400"/>
              </a:spcAft>
              <a:defRPr sz="2100">
                <a:solidFill>
                  <a:srgbClr val="374151"/>
                </a:solidFill>
              </a:defRPr>
            </a:pPr>
            <a:r>
              <a:t>• SQL queries provide operational and analytical insights.</a:t>
            </a:r>
          </a:p>
          <a:p>
            <a:pPr>
              <a:spcAft>
                <a:spcPts val="1400"/>
              </a:spcAft>
              <a:defRPr sz="2100">
                <a:solidFill>
                  <a:srgbClr val="374151"/>
                </a:solidFill>
              </a:defRPr>
            </a:pPr>
            <a:r>
              <a:t>• Views simplify repeated reporting tasks.</a:t>
            </a:r>
          </a:p>
          <a:p>
            <a:pPr>
              <a:spcAft>
                <a:spcPts val="1400"/>
              </a:spcAft>
              <a:defRPr sz="2100">
                <a:solidFill>
                  <a:srgbClr val="374151"/>
                </a:solidFill>
              </a:defRPr>
            </a:pPr>
            <a:r>
              <a:t>• Transactions help manage important status updates.</a:t>
            </a:r>
          </a:p>
          <a:p>
            <a:pPr>
              <a:spcAft>
                <a:spcPts val="1400"/>
              </a:spcAft>
              <a:defRPr sz="2100">
                <a:solidFill>
                  <a:srgbClr val="374151"/>
                </a:solidFill>
              </a:defRPr>
            </a:pPr>
            <a:r>
              <a:t>• The system can be extended with a web or mobile application.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Employee Leave Management System | MySQL Capstone Project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375A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600"/>
              </a:spcAft>
              <a:defRPr sz="2500">
                <a:solidFill>
                  <a:srgbClr val="374151"/>
                </a:solidFill>
              </a:defRPr>
            </a:pPr>
            <a:r>
              <a:t>Employee Leave Management System</a:t>
            </a:r>
          </a:p>
          <a:p>
            <a:pPr algn="ctr">
              <a:spcAft>
                <a:spcPts val="1600"/>
              </a:spcAft>
              <a:defRPr sz="2000">
                <a:solidFill>
                  <a:srgbClr val="374151"/>
                </a:solidFill>
              </a:defRPr>
            </a:pPr>
            <a:r>
              <a:t>R.G. Prabhas | P. Syam Sundar | Vasu Dev</a:t>
            </a:r>
          </a:p>
          <a:p>
            <a:pPr algn="ctr">
              <a:spcAft>
                <a:spcPts val="1600"/>
              </a:spcAft>
              <a:defRPr sz="2000">
                <a:solidFill>
                  <a:srgbClr val="374151"/>
                </a:solidFill>
              </a:defRPr>
            </a:pPr>
            <a:r>
              <a:t>Questions &amp;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Employee Leave Management System | MySQL Capstone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